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20"/>
    <p:restoredTop sz="94654"/>
  </p:normalViewPr>
  <p:slideViewPr>
    <p:cSldViewPr snapToGrid="0">
      <p:cViewPr varScale="1">
        <p:scale>
          <a:sx n="68" d="100"/>
          <a:sy n="68" d="100"/>
        </p:scale>
        <p:origin x="224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D44D-89FF-0EA5-8086-2B7E5860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23357"/>
              </p:ext>
            </p:extLst>
          </p:nvPr>
        </p:nvGraphicFramePr>
        <p:xfrm>
          <a:off x="2032000" y="719666"/>
          <a:ext cx="8128000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595833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5032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E" dirty="0"/>
                        <a:t>{{#pptxStyle backgroundColor=colors.one target="row"}}a{{/pptxStyle}}b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E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6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E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59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6</cp:revision>
  <dcterms:created xsi:type="dcterms:W3CDTF">2026-05-07T20:58:23Z</dcterms:created>
  <dcterms:modified xsi:type="dcterms:W3CDTF">2026-05-11T18:31:29Z</dcterms:modified>
</cp:coreProperties>
</file>