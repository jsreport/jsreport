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230"/>
    <p:restoredTop sz="94654"/>
  </p:normalViewPr>
  <p:slideViewPr>
    <p:cSldViewPr snapToGrid="0">
      <p:cViewPr varScale="1">
        <p:scale>
          <a:sx n="69" d="100"/>
          <a:sy n="69" d="100"/>
        </p:scale>
        <p:origin x="208" y="15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0D194B-1426-D4B8-7B62-752FDBC6CB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D4209A0-F20D-6458-4503-D4D322ED43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504035B-7DB8-4135-F881-F73DB2FCC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08FC2-33B6-E843-8A18-58F696383231}" type="datetimeFigureOut">
              <a:rPr lang="es-PE" smtClean="0"/>
              <a:t>11/05/26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3E27C68-7A9B-CF4C-9CAD-7E5894122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3B825CB-F10F-138F-205C-6656CA13D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F3C34-A3BA-8141-8AB9-0ABB74B09C82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3221749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178827-71B9-1677-B37F-39AF512C7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95F0FD9-625E-6CD0-69C3-F0C07787F4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923582A-A235-25D4-30D1-17A46A424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08FC2-33B6-E843-8A18-58F696383231}" type="datetimeFigureOut">
              <a:rPr lang="es-PE" smtClean="0"/>
              <a:t>11/05/26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6685CE0-AFD1-6773-5DC8-B8EED51E3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DDCF388-AE9E-57F2-3B1A-C2C2F24F9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F3C34-A3BA-8141-8AB9-0ABB74B09C82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28401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364C1D-CDAC-BBE4-284F-D86ACCE36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AAB54C0-1635-88A2-FE60-0F9CE29501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74B4437-92ED-F189-342F-2A34F2708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08FC2-33B6-E843-8A18-58F696383231}" type="datetimeFigureOut">
              <a:rPr lang="es-PE" smtClean="0"/>
              <a:t>11/05/26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0CF5E30-1FDE-C076-65D5-66A66173A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9C3BC5B-6DB5-8EA6-D33B-0105B174D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F3C34-A3BA-8141-8AB9-0ABB74B09C82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868884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646C81-5EB8-8360-0D89-507C58032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6851754-6148-BC3B-3B3C-3760DD338B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E39CCCB-8C32-637B-F9E7-6115D38395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9392D77-75EC-BDE9-369E-EDE5E7605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08FC2-33B6-E843-8A18-58F696383231}" type="datetimeFigureOut">
              <a:rPr lang="es-PE" smtClean="0"/>
              <a:t>11/05/26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A6B7D8D-F114-4010-2086-61E2CDA13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3F72E73-5F4B-EB21-43A7-7595BC09D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F3C34-A3BA-8141-8AB9-0ABB74B09C82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1825297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3B0FE7-8E8E-5434-4DE0-43C5B29A4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F424D83-5056-36EA-D8E6-751D77176E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AF3C2CE-BDFD-AEC6-031E-9BD3E0E6C9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0E866F1-F20A-F81F-38CA-21F5F14276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5069210-0D13-9FB1-052E-A023FDB32A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65A9825-3F28-0116-4A89-8868CE961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08FC2-33B6-E843-8A18-58F696383231}" type="datetimeFigureOut">
              <a:rPr lang="es-PE" smtClean="0"/>
              <a:t>11/05/26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BEE3AB2-5FCE-93D9-639A-A2B6680C6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77B6EA1-AD40-C92C-22A1-0EB3EEFA6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F3C34-A3BA-8141-8AB9-0ABB74B09C82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013045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FA7D2E-880A-F22E-DC01-787637A98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F4266D5-823D-2AA8-B596-03CD2A5C7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08FC2-33B6-E843-8A18-58F696383231}" type="datetimeFigureOut">
              <a:rPr lang="es-PE" smtClean="0"/>
              <a:t>11/05/26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4477A0B-1587-F02E-DC59-CFC2B480B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84F1D94-58EF-6927-3E0D-379705A61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F3C34-A3BA-8141-8AB9-0ABB74B09C82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902357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55C3A51-AEEC-6635-5716-887D3435F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08FC2-33B6-E843-8A18-58F696383231}" type="datetimeFigureOut">
              <a:rPr lang="es-PE" smtClean="0"/>
              <a:t>11/05/26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545D531-1DCA-70DA-235A-D447CA332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18710DC-B9A5-BEC8-CE18-A58CD3BB0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F3C34-A3BA-8141-8AB9-0ABB74B09C82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8515230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FEBF5B-6E1C-FBE7-62C7-B599BF779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CC76893-CAC0-5094-22DA-1D72CE5E2C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202E8D5-67C3-6937-8A81-073CF35154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1CCDEEB-FF69-29FF-31A6-0D77F5413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08FC2-33B6-E843-8A18-58F696383231}" type="datetimeFigureOut">
              <a:rPr lang="es-PE" smtClean="0"/>
              <a:t>11/05/26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409BE00-0E6D-32C8-C5B3-0030503A4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9C00081-E252-6A3C-3F02-26C38FF83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F3C34-A3BA-8141-8AB9-0ABB74B09C82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311904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F2BA9A-C568-CB66-2602-160B48423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58079849-C7A5-806A-FB2A-E8F6F6CD44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54BECF5-803C-040D-C8BA-BC1BC7C2D5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9CABEA9-1A59-2299-DD19-A4A9AFB91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08FC2-33B6-E843-8A18-58F696383231}" type="datetimeFigureOut">
              <a:rPr lang="es-PE" smtClean="0"/>
              <a:t>11/05/26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215A560-2884-A84F-698F-97AA2B268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AECC72C-8163-A59E-DBC2-5F4119B6E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F3C34-A3BA-8141-8AB9-0ABB74B09C82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190446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A91BD1-9B9B-B949-9428-8ECA2E758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CE5829E-E65A-7671-293D-EE1BB2EAF7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183E347-C5B1-51C7-6A82-6DE06713D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08FC2-33B6-E843-8A18-58F696383231}" type="datetimeFigureOut">
              <a:rPr lang="es-PE" smtClean="0"/>
              <a:t>11/05/26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63A147E-3AE3-A9AF-AAB7-B46937408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B7877B3-85CF-E3E3-EA4A-060812FA4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F3C34-A3BA-8141-8AB9-0ABB74B09C82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006912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CA57279-D4E3-FCF8-DE39-16DDB96B44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E4E7C5F-B705-EA71-0251-64F6BE1578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359CF59-B374-3861-6CE6-D89483322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08FC2-33B6-E843-8A18-58F696383231}" type="datetimeFigureOut">
              <a:rPr lang="es-PE" smtClean="0"/>
              <a:t>11/05/26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89D771B-49AC-62C1-9908-90BD62F0C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A9D6E81-35E2-9647-DE19-2CAC515F8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F3C34-A3BA-8141-8AB9-0ABB74B09C82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122959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DED1B5E6-D971-C73E-5D4E-90167C58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D7EF0ED-4262-3D8B-3F97-C377F37E52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F1AE6DD-3E2D-F7E2-6A95-D0C7BF0368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008FC2-33B6-E843-8A18-58F696383231}" type="datetimeFigureOut">
              <a:rPr lang="es-PE" smtClean="0"/>
              <a:t>11/05/26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7DBB098-C0EF-097C-DC48-288C599CBB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4943029-3EEC-9F99-48C2-C46F451E2B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6F3C34-A3BA-8141-8AB9-0ABB74B09C82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893550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730978CE-720E-26B5-31ED-7BC3E423BCA6}"/>
              </a:ext>
            </a:extLst>
          </p:cNvPr>
          <p:cNvSpPr txBox="1"/>
          <p:nvPr/>
        </p:nvSpPr>
        <p:spPr>
          <a:xfrm>
            <a:off x="1605337" y="513709"/>
            <a:ext cx="89813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/>
              <a:t>{{#pptxStyle backgroundColor=colors.one target="paragraph"}}a{{/pptxStyle}}b</a:t>
            </a:r>
          </a:p>
          <a:p>
            <a:r>
              <a:rPr lang="es-PE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292948008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17</Words>
  <Application>Microsoft Macintosh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BORIS MATOS</dc:creator>
  <cp:lastModifiedBy>BORIS MATOS</cp:lastModifiedBy>
  <cp:revision>7</cp:revision>
  <dcterms:created xsi:type="dcterms:W3CDTF">2023-11-24T20:56:06Z</dcterms:created>
  <dcterms:modified xsi:type="dcterms:W3CDTF">2026-05-11T17:52:52Z</dcterms:modified>
</cp:coreProperties>
</file>