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52"/>
    <p:restoredTop sz="94654"/>
  </p:normalViewPr>
  <p:slideViewPr>
    <p:cSldViewPr snapToGrid="0">
      <p:cViewPr varScale="1">
        <p:scale>
          <a:sx n="74" d="100"/>
          <a:sy n="74" d="100"/>
        </p:scale>
        <p:origin x="184" y="1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40480"/>
              </p:ext>
            </p:extLst>
          </p:nvPr>
        </p:nvGraphicFramePr>
        <p:xfrm>
          <a:off x="2032000" y="719666"/>
          <a:ext cx="812800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75032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PE" dirty="0"/>
                        <a:t>{{#pptxStyle textColor=colors.one target="cell"}}a{{/pptxStyle}}</a:t>
                      </a:r>
                    </a:p>
                    <a:p>
                      <a:r>
                        <a:rPr lang="en-P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E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3</cp:revision>
  <dcterms:created xsi:type="dcterms:W3CDTF">2026-05-07T20:58:23Z</dcterms:created>
  <dcterms:modified xsi:type="dcterms:W3CDTF">2026-05-11T16:30:59Z</dcterms:modified>
</cp:coreProperties>
</file>