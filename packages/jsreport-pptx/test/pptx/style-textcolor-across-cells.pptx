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63"/>
    <p:restoredTop sz="94654"/>
  </p:normalViewPr>
  <p:slideViewPr>
    <p:cSldViewPr snapToGrid="0">
      <p:cViewPr varScale="1">
        <p:scale>
          <a:sx n="69" d="100"/>
          <a:sy n="69" d="100"/>
        </p:scale>
        <p:origin x="216" y="1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73A20-2380-12CF-9467-E247C9E26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D94A6-648C-21EE-E093-CE051CFC7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4577B-4452-A635-FF9B-7698EF0F4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7/05/26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55757-24FC-33C9-8A96-D99B3325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2736F-CD72-D90F-FE9B-450A30004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61206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77251-DB7D-07E4-A1B6-33A5601F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37D03-47B6-84A3-1581-C4C85CFF2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336CB-02F2-645E-BAFD-2FDFFD4AF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7/05/26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E6DA3-27E3-28B2-16E0-6674D879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C93A3-6977-A28F-61FC-EAA957C1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209758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03AC2-8207-32E0-9436-BE08F159D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4EDFF-9787-E116-DADE-D6D70C4FA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37121-8032-DCD3-FC40-B5892ED81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7/05/26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B9E8F-BDAD-03CB-6DD5-415062D5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38AB3-CFF3-1391-FC45-6CD4B5196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829083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D629C-AD9F-FE92-A3A8-244C5D4BD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4A57B-5950-CFE4-4F5B-5934BFF665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8C0DC-39DB-E839-1D66-83CEC2DDD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9834D-A7BC-9D3A-265B-1A05D11B0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7/05/26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B7A4A-7C9F-A074-A69B-DB20C14E0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C92E9-DEFF-B07A-44A0-BF5647467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918972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31A1A-F6B3-DD43-1426-CBEAEC29D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F4DED-16EC-CCC1-6166-2A3731292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0A953-EC3B-DBBF-99ED-BF7E8270F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3EE2A6-E2C4-4174-6388-1E6303D5D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5854E-8B6C-EE05-7328-EB453CA55E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23EEE-3222-6CA3-49BD-055FA0468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7/05/26</a:t>
            </a:fld>
            <a:endParaRPr lang="en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BA71C2-1426-8AB2-8080-F8D2EE95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76D8B-D4DF-EBB4-6AD1-E8B7362FA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182955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56AAC-7CCC-DD75-3396-8E927ED6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BFE37-265C-5E10-08D7-B76A6D88D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7/05/26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45DAB-CFAC-3F4F-52BF-1D169389D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73F27F-439E-4E27-2486-CEA25C09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430626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E74737-C6EF-E24B-8BD3-AA56CF910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7/05/26</a:t>
            </a:fld>
            <a:endParaRPr lang="en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B8FDF7-936D-8A89-9CA9-33003C4D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829A8-8E16-C833-F3BD-943E87C8C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975164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22C1A-F598-24C8-9FE1-27A3CBF72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FAEA2-E5CA-9585-DFBC-1B2BEA37F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74262A-4071-ED5A-2D17-F90CCA13E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0CA0F-F14A-C349-4C0A-211CEA899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7/05/26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2915A-D67F-8AD5-DA71-03DA43F9D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B0B9B-A4BB-6B24-B1C8-E1E00928E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861363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77153-E495-48E6-C19D-D47EC5D6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AD4D99-6544-A4F9-CA76-6F1A294153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9ED8C-EB4C-EAC9-60FF-AFC58D94E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738A8-8AA4-6FCD-E213-F9BBA62E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7/05/26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2F295-6FC3-E974-FB8C-24F6B3F5C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2F21E-AA31-4557-01E7-2C675CD42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62426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BE41D-60B7-B808-0180-496E5F2B3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CD1ECA-2674-A825-2C38-8156E73CB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2A4FD-8401-99BD-F57E-4ABC319B4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7/05/26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D3ADD-16DD-16E6-4638-B3598380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70AEA-ACE4-52AC-AF4C-05A4D982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224687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782536-0231-BF9F-8403-3738655789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92C3E7-FE5F-8331-A9D8-E6DB1B442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C7908-7171-DE54-A909-4DD519533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7/05/26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7B3C9-8BA9-92B0-2430-22EF397F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5AC2A-ECB7-3266-B482-77D3820E1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320101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FF574E-0AB2-289E-FC92-D45B9F92B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7FB1E-87CD-1749-EDA1-848D97BC8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2508B-C73A-B94D-2489-DA5D264FF8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C6C670-E120-D944-BDA3-22CE114BD19E}" type="datetimeFigureOut">
              <a:rPr lang="en-PE" smtClean="0"/>
              <a:t>7/05/26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5B717-9E16-7DA1-DA95-2B3E9EDCA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1AAF6-B2C4-7279-27E0-BAB09084C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25705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F26CFF-9898-C14E-F2B0-170313566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828454"/>
              </p:ext>
            </p:extLst>
          </p:nvPr>
        </p:nvGraphicFramePr>
        <p:xfrm>
          <a:off x="2698165" y="1640290"/>
          <a:ext cx="6613784" cy="153211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55012">
                  <a:extLst>
                    <a:ext uri="{9D8B030D-6E8A-4147-A177-3AD203B41FA5}">
                      <a16:colId xmlns:a16="http://schemas.microsoft.com/office/drawing/2014/main" val="4246035449"/>
                    </a:ext>
                  </a:extLst>
                </a:gridCol>
                <a:gridCol w="2366815">
                  <a:extLst>
                    <a:ext uri="{9D8B030D-6E8A-4147-A177-3AD203B41FA5}">
                      <a16:colId xmlns:a16="http://schemas.microsoft.com/office/drawing/2014/main" val="3485476379"/>
                    </a:ext>
                  </a:extLst>
                </a:gridCol>
                <a:gridCol w="807094">
                  <a:extLst>
                    <a:ext uri="{9D8B030D-6E8A-4147-A177-3AD203B41FA5}">
                      <a16:colId xmlns:a16="http://schemas.microsoft.com/office/drawing/2014/main" val="2431952403"/>
                    </a:ext>
                  </a:extLst>
                </a:gridCol>
                <a:gridCol w="655012">
                  <a:extLst>
                    <a:ext uri="{9D8B030D-6E8A-4147-A177-3AD203B41FA5}">
                      <a16:colId xmlns:a16="http://schemas.microsoft.com/office/drawing/2014/main" val="977965666"/>
                    </a:ext>
                  </a:extLst>
                </a:gridCol>
                <a:gridCol w="1266876">
                  <a:extLst>
                    <a:ext uri="{9D8B030D-6E8A-4147-A177-3AD203B41FA5}">
                      <a16:colId xmlns:a16="http://schemas.microsoft.com/office/drawing/2014/main" val="2152065043"/>
                    </a:ext>
                  </a:extLst>
                </a:gridCol>
                <a:gridCol w="862975">
                  <a:extLst>
                    <a:ext uri="{9D8B030D-6E8A-4147-A177-3AD203B41FA5}">
                      <a16:colId xmlns:a16="http://schemas.microsoft.com/office/drawing/2014/main" val="3282377940"/>
                    </a:ext>
                  </a:extLst>
                </a:gridCol>
              </a:tblGrid>
              <a:tr h="32856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P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5643113"/>
                  </a:ext>
                </a:extLst>
              </a:tr>
              <a:tr h="12035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100" dirty="0">
                          <a:effectLst/>
                        </a:rPr>
                        <a:t>a</a:t>
                      </a:r>
                      <a:endParaRPr lang="en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{{#</a:t>
                      </a:r>
                      <a:r>
                        <a:rPr lang="en-US" sz="1100" dirty="0" err="1">
                          <a:effectLst/>
                        </a:rPr>
                        <a:t>pptxStyle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textColor</a:t>
                      </a:r>
                      <a:r>
                        <a:rPr lang="en-US" sz="1100" dirty="0">
                          <a:effectLst/>
                        </a:rPr>
                        <a:t>=</a:t>
                      </a:r>
                      <a:r>
                        <a:rPr lang="en-US" sz="1100" dirty="0" err="1">
                          <a:effectLst/>
                        </a:rPr>
                        <a:t>colors.one</a:t>
                      </a:r>
                      <a:r>
                        <a:rPr lang="en-US" sz="1100" dirty="0">
                          <a:effectLst/>
                        </a:rPr>
                        <a:t>}}b</a:t>
                      </a:r>
                      <a:endParaRPr lang="en-PE" sz="1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100" dirty="0">
                          <a:effectLst/>
                        </a:rPr>
                        <a:t>c</a:t>
                      </a:r>
                      <a:endParaRPr lang="en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cs-CZ" sz="1100" dirty="0">
                          <a:effectLst/>
                        </a:rPr>
                        <a:t>d</a:t>
                      </a:r>
                      <a:endParaRPr lang="en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e{{/</a:t>
                      </a:r>
                      <a:r>
                        <a:rPr lang="en-US" sz="1100">
                          <a:effectLst/>
                        </a:rPr>
                        <a:t>pptxStyle</a:t>
                      </a:r>
                      <a:r>
                        <a:rPr lang="en-US" sz="1100" dirty="0">
                          <a:effectLst/>
                        </a:rPr>
                        <a:t>}}</a:t>
                      </a:r>
                      <a:endParaRPr lang="en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>
                          <a:effectLst/>
                        </a:rPr>
                        <a:t>f</a:t>
                      </a:r>
                      <a:endParaRPr lang="en-P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4075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356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BORIS MATOS</dc:creator>
  <cp:lastModifiedBy>BORIS MATOS</cp:lastModifiedBy>
  <cp:revision>1</cp:revision>
  <dcterms:created xsi:type="dcterms:W3CDTF">2026-05-07T20:58:23Z</dcterms:created>
  <dcterms:modified xsi:type="dcterms:W3CDTF">2026-05-07T20:59:30Z</dcterms:modified>
</cp:coreProperties>
</file>