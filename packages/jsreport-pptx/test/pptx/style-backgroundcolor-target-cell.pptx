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81194"/>
              </p:ext>
            </p:extLst>
          </p:nvPr>
        </p:nvGraphicFramePr>
        <p:xfrm>
          <a:off x="2032000" y="719666"/>
          <a:ext cx="8128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503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{{#</a:t>
                      </a:r>
                      <a:r>
                        <a:rPr lang="en-PE"/>
                        <a:t>pptxStyle backgroundColor</a:t>
                      </a:r>
                      <a:r>
                        <a:rPr lang="en-PE" dirty="0"/>
                        <a:t>=colors.one target="cell"}}a{{/pptxStyle}}</a:t>
                      </a:r>
                    </a:p>
                    <a:p>
                      <a:r>
                        <a:rPr lang="en-P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4</cp:revision>
  <dcterms:created xsi:type="dcterms:W3CDTF">2026-05-07T20:58:23Z</dcterms:created>
  <dcterms:modified xsi:type="dcterms:W3CDTF">2026-05-11T18:15:59Z</dcterms:modified>
</cp:coreProperties>
</file>