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68"/>
    <p:restoredTop sz="94654"/>
  </p:normalViewPr>
  <p:slideViewPr>
    <p:cSldViewPr snapToGrid="0">
      <p:cViewPr varScale="1">
        <p:scale>
          <a:sx n="68" d="100"/>
          <a:sy n="68" d="100"/>
        </p:scale>
        <p:origin x="224" y="1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3A20-2380-12CF-9467-E247C9E26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94A6-648C-21EE-E093-CE051CFC7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577B-4452-A635-FF9B-7698EF0F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757-24FC-33C9-8A96-D99B3325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2736F-CD72-D90F-FE9B-450A3000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1206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7251-DB7D-07E4-A1B6-33A5601F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7D03-47B6-84A3-1581-C4C85CFF2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336CB-02F2-645E-BAFD-2FDFFD4A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E6DA3-27E3-28B2-16E0-6674D879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C93A3-6977-A28F-61FC-EAA957C1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20975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3AC2-8207-32E0-9436-BE08F159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4EDFF-9787-E116-DADE-D6D70C4FA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37121-8032-DCD3-FC40-B5892ED8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B9E8F-BDAD-03CB-6DD5-415062D5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38AB3-CFF3-1391-FC45-6CD4B519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2908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629C-AD9F-FE92-A3A8-244C5D4B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4A57B-5950-CFE4-4F5B-5934BFF66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8C0DC-39DB-E839-1D66-83CEC2DDD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9834D-A7BC-9D3A-265B-1A05D11B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B7A4A-7C9F-A074-A69B-DB20C14E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C92E9-DEFF-B07A-44A0-BF564746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91897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1A1A-F6B3-DD43-1426-CBEAEC29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F4DED-16EC-CCC1-6166-2A3731292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0A953-EC3B-DBBF-99ED-BF7E8270F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EE2A6-E2C4-4174-6388-1E6303D5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5854E-8B6C-EE05-7328-EB453CA55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23EEE-3222-6CA3-49BD-055FA046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A71C2-1426-8AB2-8080-F8D2EE95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76D8B-D4DF-EBB4-6AD1-E8B7362F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8295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6AAC-7CCC-DD75-3396-8E927ED6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BFE37-265C-5E10-08D7-B76A6D88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45DAB-CFAC-3F4F-52BF-1D169389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3F27F-439E-4E27-2486-CEA25C09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43062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74737-C6EF-E24B-8BD3-AA56CF91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8FDF7-936D-8A89-9CA9-33003C4D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829A8-8E16-C833-F3BD-943E87C8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97516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2C1A-F598-24C8-9FE1-27A3CBF7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AEA2-E5CA-9585-DFBC-1B2BEA37F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4262A-4071-ED5A-2D17-F90CCA13E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0CA0F-F14A-C349-4C0A-211CEA89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2915A-D67F-8AD5-DA71-03DA43F9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B0B9B-A4BB-6B24-B1C8-E1E00928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6136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7153-E495-48E6-C19D-D47EC5D6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D4D99-6544-A4F9-CA76-6F1A29415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9ED8C-EB4C-EAC9-60FF-AFC58D94E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738A8-8AA4-6FCD-E213-F9BBA62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2F295-6FC3-E974-FB8C-24F6B3F5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2F21E-AA31-4557-01E7-2C675CD4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2426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E41D-60B7-B808-0180-496E5F2B3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D1ECA-2674-A825-2C38-8156E73CB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2A4FD-8401-99BD-F57E-4ABC319B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D3ADD-16DD-16E6-4638-B3598380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0AEA-ACE4-52AC-AF4C-05A4D98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2468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82536-0231-BF9F-8403-373865578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2C3E7-FE5F-8331-A9D8-E6DB1B44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C7908-7171-DE54-A909-4DD51953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7B3C9-8BA9-92B0-2430-22EF397F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5AC2A-ECB7-3266-B482-77D3820E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32010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F574E-0AB2-289E-FC92-D45B9F92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7FB1E-87CD-1749-EDA1-848D97BC8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2508B-C73A-B94D-2489-DA5D264FF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5B717-9E16-7DA1-DA95-2B3E9EDCA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1AAF6-B2C4-7279-27E0-BAB09084C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5705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4FD44D-89FF-0EA5-8086-2B7E58600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400246"/>
              </p:ext>
            </p:extLst>
          </p:nvPr>
        </p:nvGraphicFramePr>
        <p:xfrm>
          <a:off x="2032000" y="719666"/>
          <a:ext cx="819785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7850">
                  <a:extLst>
                    <a:ext uri="{9D8B030D-6E8A-4147-A177-3AD203B41FA5}">
                      <a16:colId xmlns:a16="http://schemas.microsoft.com/office/drawing/2014/main" val="1559583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{{#</a:t>
                      </a:r>
                      <a:r>
                        <a:rPr lang="en-US" dirty="0" err="1"/>
                        <a:t>pptxTable</a:t>
                      </a:r>
                      <a:r>
                        <a:rPr lang="en-US" dirty="0"/>
                        <a:t> rows=</a:t>
                      </a:r>
                      <a:r>
                        <a:rPr lang="en-US" dirty="0" err="1"/>
                        <a:t>rowsItems</a:t>
                      </a:r>
                      <a:r>
                        <a:rPr lang="en-US" dirty="0"/>
                        <a:t> columns=</a:t>
                      </a:r>
                      <a:r>
                        <a:rPr lang="en-US" dirty="0" err="1"/>
                        <a:t>columnsItems</a:t>
                      </a:r>
                      <a:r>
                        <a:rPr lang="en-US" dirty="0"/>
                        <a:t>}}</a:t>
                      </a:r>
                      <a:endParaRPr lang="en-PE" dirty="0"/>
                    </a:p>
                    <a:p>
                      <a:r>
                        <a:rPr lang="en-PE" dirty="0"/>
                        <a:t>{{#pptxStyle textColor=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getColor</a:t>
                      </a:r>
                      <a:r>
                        <a:rPr lang="en-US" dirty="0"/>
                        <a:t> @</a:t>
                      </a:r>
                      <a:r>
                        <a:rPr lang="en-US" dirty="0" err="1"/>
                        <a:t>rowIndex</a:t>
                      </a:r>
                      <a:r>
                        <a:rPr lang="en-US" dirty="0"/>
                        <a:t> ../colors)</a:t>
                      </a:r>
                      <a:r>
                        <a:rPr lang="en-PE" dirty="0"/>
                        <a:t> target="row"}}</a:t>
                      </a:r>
                      <a:r>
                        <a:rPr lang="en-US" dirty="0"/>
                        <a:t> {{@</a:t>
                      </a:r>
                      <a:r>
                        <a:rPr lang="en-US" dirty="0" err="1"/>
                        <a:t>rowIndex</a:t>
                      </a:r>
                      <a:r>
                        <a:rPr lang="en-US" dirty="0"/>
                        <a:t>}}-{{@</a:t>
                      </a:r>
                      <a:r>
                        <a:rPr lang="en-US" dirty="0" err="1"/>
                        <a:t>columnIndex</a:t>
                      </a:r>
                      <a:r>
                        <a:rPr lang="en-US" dirty="0"/>
                        <a:t>}}</a:t>
                      </a:r>
                      <a:r>
                        <a:rPr lang="en-PE" dirty="0"/>
                        <a:t>{{/pptxStyle}}</a:t>
                      </a:r>
                    </a:p>
                    <a:p>
                      <a:r>
                        <a:rPr lang="en-US" dirty="0"/>
                        <a:t>{{/</a:t>
                      </a:r>
                      <a:r>
                        <a:rPr lang="en-US" dirty="0" err="1"/>
                        <a:t>pptxTable</a:t>
                      </a:r>
                      <a:r>
                        <a:rPr lang="en-US" dirty="0"/>
                        <a:t>}}</a:t>
                      </a:r>
                      <a:endParaRPr lang="en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964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356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35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MATOS</dc:creator>
  <cp:lastModifiedBy>BORIS MATOS</cp:lastModifiedBy>
  <cp:revision>4</cp:revision>
  <dcterms:created xsi:type="dcterms:W3CDTF">2026-05-07T20:58:23Z</dcterms:created>
  <dcterms:modified xsi:type="dcterms:W3CDTF">2026-05-11T17:13:44Z</dcterms:modified>
</cp:coreProperties>
</file>